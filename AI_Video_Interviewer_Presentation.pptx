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353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VIDEO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9B7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Hiring, Powered by 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2286000" cy="27432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ZERO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Sathwik Giddi  |  Karthik  |  Hemanth  |  Harshal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353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interviews are broken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88720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&amp; Costly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17320" y="15087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interviews require manual scheduling, coordination, and hours of HR time per candidate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938528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756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&amp; Inconsistency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417320" y="22585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interviewers ask different questions, leading to unfair and inconsistent evaluations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688336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2549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734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Standardized Evaluation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417320" y="30083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scoring with no rubrics, model answers, or automated analysis across candidates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3438144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7530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483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Proctoring or Cheating Detection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417320" y="37581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interviews have zero monitoring — candidates can easily cheat with no accountability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40080" y="4187952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2511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233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Interviews Lack Engagement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417320" y="4507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video calls with no AI interaction, no smart follow-ups, and no real-time adaptivity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transforms hiring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88720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234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Interview Platform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63040" y="1527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interviews driven by Google Gemini 2.0 Flash with intelligent question generation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1938528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938528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756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1984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Question Generation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463040" y="2276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1,483 question dataset + Gemini AI creates role-specific pools of 20 questions across difficulty levels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688336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688336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2549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2734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 Proctoring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463040" y="3026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detection, gaze tracking, tab monitoring, and object detection ensure interview integrity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" y="3438144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438144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7530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34838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Scoring &amp; Reports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463040" y="3776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every answer (0-10), generates strengths/weaknesses, and recommends Hire/Consider/Pass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" y="4187952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4187952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2511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42336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Live Observation &amp; Intervention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463040" y="4526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can watch live, see proctoring alerts, request to speak, and inject custom questions — anytime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scalable, and production-ready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88720"/>
            <a:ext cx="3931920" cy="77724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898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2588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Vite, Agentica 2.0 Design System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103120"/>
            <a:ext cx="3931920" cy="77724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042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32588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Google Gemini 2.0 Flash API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931920" cy="77724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32588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+ WebRTC (peer-to-peer video)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3931920" cy="77724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3308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005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325880" y="4315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Cloud Firestore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754880" y="1188720"/>
            <a:ext cx="3931920" cy="77724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38988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068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44068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API for automated link delivery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754880" y="2103120"/>
            <a:ext cx="3931920" cy="77724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304288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40680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40680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tunneling (dev), Vercel-ready (prod)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754880" y="3017520"/>
            <a:ext cx="3931920" cy="77724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218688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44068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440680" y="3401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face-api.js, COCO-SSD, Google Speech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connect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1188720"/>
            <a:ext cx="2560320" cy="548640"/>
          </a:xfrm>
          <a:prstGeom prst="rect">
            <a:avLst/>
          </a:prstGeom>
          <a:solidFill>
            <a:srgbClr val="231B3A"/>
          </a:solidFill>
          <a:ln w="25400">
            <a:solidFill>
              <a:srgbClr val="7353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2984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solidFill>
            <a:srgbClr val="231B3A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957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(Vite)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91840" y="2286000"/>
            <a:ext cx="2560320" cy="548640"/>
          </a:xfrm>
          <a:prstGeom prst="rect">
            <a:avLst/>
          </a:prstGeom>
          <a:solidFill>
            <a:srgbClr val="231B3A"/>
          </a:solidFill>
          <a:ln w="25400">
            <a:solidFill>
              <a:srgbClr val="05966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3957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(Gemini)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126480" y="2286000"/>
            <a:ext cx="2560320" cy="548640"/>
          </a:xfrm>
          <a:prstGeom prst="rect">
            <a:avLst/>
          </a:prstGeom>
          <a:solidFill>
            <a:srgbClr val="231B3A"/>
          </a:solidFill>
          <a:ln w="25400">
            <a:solidFill>
              <a:srgbClr val="D9770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9572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(WebRTC)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solidFill>
            <a:srgbClr val="231B3A"/>
          </a:solidFill>
          <a:ln w="25400">
            <a:solidFill>
              <a:srgbClr val="DC262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8444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(Proctoring)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solidFill>
            <a:srgbClr val="231B3A"/>
          </a:solidFill>
          <a:ln w="25400">
            <a:solidFill>
              <a:srgbClr val="7C3AED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584448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4048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(Auth + DB)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solidFill>
            <a:srgbClr val="231B3A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584448"/>
            <a:ext cx="320040" cy="3200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751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(Email API)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1737360" y="1737360"/>
            <a:ext cx="0" cy="548640"/>
          </a:xfrm>
          <a:prstGeom prst="line">
            <a:avLst/>
          </a:prstGeom>
          <a:noFill/>
          <a:ln w="25400">
            <a:solidFill>
              <a:srgbClr val="9B7FFF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4572000" y="1737360"/>
            <a:ext cx="0" cy="548640"/>
          </a:xfrm>
          <a:prstGeom prst="line">
            <a:avLst/>
          </a:prstGeom>
          <a:noFill/>
          <a:ln w="25400">
            <a:solidFill>
              <a:srgbClr val="9B7FFF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7406640" y="1737360"/>
            <a:ext cx="0" cy="548640"/>
          </a:xfrm>
          <a:prstGeom prst="line">
            <a:avLst/>
          </a:prstGeom>
          <a:noFill/>
          <a:ln w="25400">
            <a:solidFill>
              <a:srgbClr val="9B7FFF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1737360" y="2834640"/>
            <a:ext cx="0" cy="64008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4572000" y="2834640"/>
            <a:ext cx="0" cy="64008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406640" y="2834640"/>
            <a:ext cx="0" cy="64008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the browser through the frontend proxy to backend services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Core Interview Engine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7863840" cy="96012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45720" cy="960120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075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527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ROLE SYSTEM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64592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 &amp; Candidate Portal with Firebase role-based access control and protected routes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2194560"/>
            <a:ext cx="7863840" cy="96012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194560"/>
            <a:ext cx="45720" cy="960120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5915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3042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QUESTION GENERATION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68680" y="269748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1,483 question dataset + Gemini AI generates role-specific pools of 20 questions (basic / intermediate / advanced)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3246120"/>
            <a:ext cx="7863840" cy="96012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246120"/>
            <a:ext cx="45720" cy="960120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071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3558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QUESTION SELECTION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68680" y="374904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selected based on resume match score — higher score = harder questions for better evaluation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40080" y="4297680"/>
            <a:ext cx="3931920" cy="68580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297680"/>
            <a:ext cx="45720" cy="685800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6227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4407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PARSING &amp; ATS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68680" y="4800600"/>
            <a:ext cx="3520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PDF/DOCX → AI extracts skills, calculates match score vs job requirements, determines eligibility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754880" y="4297680"/>
            <a:ext cx="3931920" cy="68580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54880" y="4297680"/>
            <a:ext cx="45720" cy="685800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46227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94960" y="4407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VIDEO INTERVIEW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983480" y="4800600"/>
            <a:ext cx="3520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peer-to-peer video streaming with animated AI talking avatar and live speech interaction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Proctoring &amp; Monitoring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9304"/>
            <a:ext cx="347472" cy="347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280160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17320" y="1188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PROCTORING ENGINE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17320" y="14813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detection, gaze tracking, multi-face detection, tab switch monitoring, object detection — 5 strikes = disqualified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1892808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892808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9112"/>
            <a:ext cx="347472" cy="3474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29600" y="2029968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417320" y="19385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CODE EDITOR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417320" y="22311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 with 6 languages (JS, Python, Java, C++, TypeScript, Go) + real-time syntax checking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2642616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" y="2642616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347472" cy="34747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29600" y="2779776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417320" y="26883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LIVE MONITORING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417320" y="29809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observation of candidate video feed, proctoring alerts, and live answer preview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3392424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3392424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38728"/>
            <a:ext cx="347472" cy="34747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229600" y="3529584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8229600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417320" y="34381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INTERVENTION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417320" y="3730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can request to speak (pauses AI), send custom questions with text-to-speech to candidate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40080" y="4142232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40080" y="4142232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88536"/>
            <a:ext cx="347472" cy="34747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229600" y="4279392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8229600" y="4279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417320" y="41879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TTS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1417320" y="4480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Telugu with male/female voice options via Sarvam AI + gTTS fallback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Evaluation &amp;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9304"/>
            <a:ext cx="347472" cy="347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280160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17320" y="1188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EVALUATION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17320" y="14813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each answer (0-10), generates strengths/weaknesses, final recommendation: Hire / Consider / Pass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1892808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892808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9112"/>
            <a:ext cx="347472" cy="3474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29600" y="2029968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417320" y="19385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LINK SHARING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417320" y="22311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unique interview links with secrets.token_urlsafe, auto-send to candidates via Resend API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2642616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" y="2642616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347472" cy="34747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29600" y="2779776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417320" y="26883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MANAGEMENT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417320" y="29809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creates campaigns with job descriptions, required skills — tracks all candidates per campaign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3392424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3392424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38728"/>
            <a:ext cx="347472" cy="34747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229600" y="3529584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8229600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417320" y="34381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417320" y="3730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Recharts-powered charts: score distribution, recommendation pie chart, daily activity line graph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40080" y="4142232"/>
            <a:ext cx="7863840" cy="65836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40080" y="4142232"/>
            <a:ext cx="45720" cy="65836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88536"/>
            <a:ext cx="347472" cy="34747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229600" y="4279392"/>
            <a:ext cx="320040" cy="320040"/>
          </a:xfrm>
          <a:prstGeom prst="rect">
            <a:avLst/>
          </a:prstGeom>
          <a:solidFill>
            <a:srgbClr val="7353F6">
              <a:alpha val="30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8229600" y="4279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417320" y="41879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EXPORT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1417320" y="4480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interview reports with per-question scores, feedback, and recommendations — exportable via jsPDF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candidate journey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80160"/>
            <a:ext cx="548640" cy="548640"/>
          </a:xfrm>
          <a:prstGeom prst="ellipse">
            <a:avLst/>
          </a:prstGeom>
          <a:solidFill>
            <a:srgbClr val="7353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1554480"/>
            <a:ext cx="685800" cy="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74520"/>
            <a:ext cx="0" cy="320040"/>
          </a:xfrm>
          <a:prstGeom prst="line">
            <a:avLst/>
          </a:prstGeom>
          <a:noFill/>
          <a:ln w="19050">
            <a:solidFill>
              <a:srgbClr val="735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creates campaign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20 questions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23160" y="1554480"/>
            <a:ext cx="685800" cy="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874520"/>
            <a:ext cx="0" cy="32004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sends interview link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Auto-email via Resend API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63240" y="1280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57600" y="1554480"/>
            <a:ext cx="685800" cy="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874520"/>
            <a:ext cx="0" cy="32004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clicks link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8892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resume, AI calculates match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92040" y="1554480"/>
            <a:ext cx="685800" cy="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874520"/>
            <a:ext cx="0" cy="32004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selects 5 questions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based on match score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32120" y="128016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26480" y="1554480"/>
            <a:ext cx="685800" cy="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1874520"/>
            <a:ext cx="0" cy="32004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video interview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5780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avatar + proctoring active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6656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360920" y="1554480"/>
            <a:ext cx="685800" cy="0"/>
          </a:xfrm>
          <a:prstGeom prst="line">
            <a:avLst/>
          </a:prstGeom>
          <a:noFill/>
          <a:ln w="19050">
            <a:solidFill>
              <a:srgbClr val="9B95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40880" y="1874520"/>
            <a:ext cx="0" cy="32004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evaluates answers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9224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report with scores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01000" y="1280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275320" y="1874520"/>
            <a:ext cx="0" cy="32004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reviews results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2668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recommendation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3840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 </a:t>
            </a:r>
            <a:pPr indent="0" marL="0">
              <a:buNone/>
            </a:pPr>
            <a:r>
              <a:rPr lang="en-US" sz="11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campaign creation to final evaluation, the entire process is AI-driven with zero manual scoring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PROCTORING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integrity enforcement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4572000" cy="56692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618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25880" y="1435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ensures candidate is present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801368"/>
            <a:ext cx="4572000" cy="56692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 Tracking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325880" y="2093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looking away from screen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40080" y="2459736"/>
            <a:ext cx="4572000" cy="56692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478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Multi-Face Detection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325880" y="2752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unauthorized help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40080" y="3118104"/>
            <a:ext cx="4572000" cy="56692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3697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Switch Detection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325880" y="3410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on leaving interview tab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40080" y="3776472"/>
            <a:ext cx="4572000" cy="56692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95344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132588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COCO-SSD detects phones, books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486400" y="1143000"/>
            <a:ext cx="3200400" cy="3291840"/>
          </a:xfrm>
          <a:prstGeom prst="rect">
            <a:avLst/>
          </a:prstGeom>
          <a:solidFill>
            <a:srgbClr val="231B3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66928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ENFORCEMENT</a:t>
            </a:r>
            <a:endParaRPr lang="en-US" sz="1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69164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08076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5-strike system with escalating warnings</a:t>
            </a:r>
            <a:endParaRPr lang="en-US" sz="9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075688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080760" y="2048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beep alerts (severity-based frequency)</a:t>
            </a:r>
            <a:endParaRPr lang="en-US" sz="9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459736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080760" y="24323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violation logging to backend</a:t>
            </a:r>
            <a:endParaRPr lang="en-US" sz="9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2843784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080760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violations visible to HR in real-time</a:t>
            </a:r>
            <a:endParaRPr lang="en-US" sz="9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227832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08076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Auto-disqualification after 5 violations</a:t>
            </a:r>
            <a:endParaRPr lang="en-US" sz="9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3611880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08076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report in final evaluation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548640"/>
            <a:ext cx="6400800" cy="4023360"/>
          </a:xfrm>
          <a:prstGeom prst="rect">
            <a:avLst/>
          </a:prstGeom>
          <a:solidFill>
            <a:srgbClr val="231B3A"/>
          </a:solidFill>
          <a:ln w="25400">
            <a:solidFill>
              <a:srgbClr val="7353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600" kern="0" dirty="0">
                <a:solidFill>
                  <a:srgbClr val="9B7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1508760"/>
            <a:ext cx="18288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B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coriaceous-hygrometrically-zackary.ngrok-free.dev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4572000" cy="1097280"/>
          </a:xfrm>
          <a:prstGeom prst="rect">
            <a:avLst/>
          </a:prstGeom>
          <a:solidFill>
            <a:srgbClr val="0F0A1E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9B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LOGIN CREDENTIALS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</a:t>
            </a:r>
            <a:pPr algn="ctr" indent="0" marL="0">
              <a:buNone/>
            </a:pPr>
            <a:r>
              <a:rPr lang="en-US" sz="1300" b="1" dirty="0">
                <a:solidFill>
                  <a:srgbClr val="9B7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hr@gmail.com</a:t>
            </a:r>
            <a:pPr algn="ctr" indent="0" marL="0">
              <a:buNone/>
            </a:pPr>
            <a:r>
              <a:rPr lang="en-US" sz="1300" dirty="0">
                <a:solidFill>
                  <a:srgbClr val="9B9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Password: </a:t>
            </a:r>
            <a:pPr algn="ctr" indent="0" marL="0">
              <a:buNone/>
            </a:pPr>
            <a:r>
              <a:rPr lang="en-US" sz="1300" b="1" dirty="0">
                <a:solidFill>
                  <a:srgbClr val="9B7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hr@gmail.com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B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 DEMO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3703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Creation  •  Link Generation  •  Interview Flow  •  Proctoring  •  Reports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353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production and beyond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36576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3931920" cy="74980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45720" cy="74980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16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Deployment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527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hosting with CI/CD pipeline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3931920" cy="74980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143000"/>
            <a:ext cx="45720" cy="74980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216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Domain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394960" y="1527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URL for professional appearance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2011680"/>
            <a:ext cx="3931920" cy="74980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011680"/>
            <a:ext cx="45720" cy="74980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Recording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2801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playback full interview sessions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2011680"/>
            <a:ext cx="3931920" cy="74980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54880" y="2011680"/>
            <a:ext cx="45720" cy="74980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945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Multi-Round Interviews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3949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rounds with different question sets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40080" y="2880360"/>
            <a:ext cx="3931920" cy="74980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2880360"/>
            <a:ext cx="45720" cy="74980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6324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80160" y="2953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Integration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280160" y="3264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Greenhouse, Lever, Workday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754880" y="2880360"/>
            <a:ext cx="3931920" cy="74980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54880" y="2880360"/>
            <a:ext cx="45720" cy="74980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94960" y="2953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Responsive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394960" y="3264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mobile and tablet support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40080" y="3749040"/>
            <a:ext cx="3931920" cy="749808"/>
          </a:xfrm>
          <a:prstGeom prst="rect">
            <a:avLst/>
          </a:prstGeom>
          <a:solidFill>
            <a:srgbClr val="231B3A"/>
          </a:solidFill>
          <a:ln w="12700">
            <a:solidFill>
              <a:srgbClr val="2E255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0080" y="3749040"/>
            <a:ext cx="45720" cy="749808"/>
          </a:xfrm>
          <a:prstGeom prst="rect">
            <a:avLst/>
          </a:prstGeom>
          <a:solidFill>
            <a:srgbClr val="7353F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931920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8016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 Assessment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280160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communication and behavior analysis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400" kern="0" dirty="0">
                <a:solidFill>
                  <a:srgbClr val="9B7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2286000" cy="27432"/>
          </a:xfrm>
          <a:prstGeom prst="rect">
            <a:avLst/>
          </a:prstGeom>
          <a:solidFill>
            <a:srgbClr val="7353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B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ZERO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Sathwik Giddi  |  Karthik  |  Hemanth  |  Harshal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947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github.com/SatyamPote/Ai-Video-Interviewer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353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Video Interviewer</dc:title>
  <dc:subject>PptxGenJS Presentation</dc:subject>
  <dc:creator>Team Zero</dc:creator>
  <cp:lastModifiedBy>Team Zero</cp:lastModifiedBy>
  <cp:revision>1</cp:revision>
  <dcterms:created xsi:type="dcterms:W3CDTF">2026-03-28T04:13:37Z</dcterms:created>
  <dcterms:modified xsi:type="dcterms:W3CDTF">2026-03-28T04:13:37Z</dcterms:modified>
</cp:coreProperties>
</file>